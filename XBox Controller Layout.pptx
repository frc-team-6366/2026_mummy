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8D5CEDD-BA7B-4D65-9093-3BF3D76DBE6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 vert="eaVer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303C4239-3832-4880-9F18-6568F3F9F7F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9395640" y="1122480"/>
            <a:ext cx="1272240" cy="11063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 anchorCtr="1" vert="eaVert">
            <a:no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/>
          </p:nvPr>
        </p:nvSpPr>
        <p:spPr>
          <a:xfrm>
            <a:off x="609480" y="273240"/>
            <a:ext cx="8533800" cy="5308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 vert="eaVer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11E262D2-6594-43C6-BFDA-68A7C9F7DCC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95FE1AC5-1926-42F1-93D7-7E05A460D41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DE75BC96-B8BC-48C8-8400-FEEA6C8AB99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4ABE13CD-3ECC-4B02-97DE-308D5E8409B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DCFC27C7-3328-4164-A219-583AFA66972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54D1AFBA-F85B-47BC-93D7-943DC99D634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CB817FFD-E43D-421F-B250-D1B29360863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9"/>
          </p:nvPr>
        </p:nvSpPr>
        <p:spPr/>
        <p:txBody>
          <a:bodyPr/>
          <a:p>
            <a:fld id="{B20A9708-0B1C-4CCF-9D6A-0611E365EC2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2"/>
          </p:nvPr>
        </p:nvSpPr>
        <p:spPr/>
        <p:txBody>
          <a:bodyPr/>
          <a:p>
            <a:fld id="{21790FC9-7F14-4005-96C0-12C8749B7B4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0DB30779-487B-48A4-BA9F-346FB6558A4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ftr" idx="4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sldNum" idx="5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078964DF-59E3-4447-9266-7318F2602BE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dt" idx="6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ftr" idx="7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sldNum" idx="8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065F7BCB-9BA7-4173-B6F4-CA98F06F511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dt" idx="9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ftr" idx="10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sldNum" idx="11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F40CE7F6-FA4A-4CB8-B722-B64EE9EC9F5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5"/>
          <p:cNvSpPr>
            <a:spLocks noGrp="1"/>
          </p:cNvSpPr>
          <p:nvPr>
            <p:ph type="dt" idx="12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ftr" idx="13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sldNum" idx="14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35D749DD-F9C8-4A0D-8026-CE9CC9AB1C4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dt" idx="15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ftr" idx="16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sldNum" idx="17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F31EE468-B1C2-4BC3-A6A1-3CCC5ABA274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PlaceHolder 6"/>
          <p:cNvSpPr>
            <a:spLocks noGrp="1"/>
          </p:cNvSpPr>
          <p:nvPr>
            <p:ph type="dt" idx="18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ftr" idx="19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sldNum" idx="20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02FBB435-1C3A-4B2B-9409-7CE6104AF52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dt" idx="21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ftr" idx="22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sldNum" idx="23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9F7193F-6DD9-4FBC-80C7-049541A4E54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dt" idx="24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ftr" idx="25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ldNum" idx="26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F4C77F4C-F2E1-47AB-BA56-354C9274FE0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dt" idx="27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ftr" idx="28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sldNum" idx="29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BC24A4C1-95AF-43CE-920B-53968672B6D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dt" idx="30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ftr" idx="31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sldNum" idx="32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A718ADE-CE6A-47CB-8B41-200D0402C51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 type="dt" idx="33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Picture 3"/>
          <p:cNvPicPr/>
          <p:nvPr/>
        </p:nvPicPr>
        <p:blipFill>
          <a:blip r:embed="rId1"/>
          <a:stretch/>
        </p:blipFill>
        <p:spPr>
          <a:xfrm>
            <a:off x="2552760" y="1047600"/>
            <a:ext cx="7085520" cy="4761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6" name="TextBox 4"/>
          <p:cNvSpPr/>
          <p:nvPr/>
        </p:nvSpPr>
        <p:spPr>
          <a:xfrm>
            <a:off x="9996120" y="4667040"/>
            <a:ext cx="106920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Autoalign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TextBox 5"/>
          <p:cNvSpPr/>
          <p:nvPr/>
        </p:nvSpPr>
        <p:spPr>
          <a:xfrm>
            <a:off x="9228240" y="5330880"/>
            <a:ext cx="11008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X position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TextBox 6"/>
          <p:cNvSpPr/>
          <p:nvPr/>
        </p:nvSpPr>
        <p:spPr>
          <a:xfrm>
            <a:off x="9352440" y="2372400"/>
            <a:ext cx="5403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N/A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TextBox 7"/>
          <p:cNvSpPr/>
          <p:nvPr/>
        </p:nvSpPr>
        <p:spPr>
          <a:xfrm>
            <a:off x="9175680" y="1431720"/>
            <a:ext cx="5403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N/A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TextBox 8"/>
          <p:cNvSpPr/>
          <p:nvPr/>
        </p:nvSpPr>
        <p:spPr>
          <a:xfrm>
            <a:off x="8836200" y="583200"/>
            <a:ext cx="14504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Deploy Intake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TextBox 9"/>
          <p:cNvSpPr/>
          <p:nvPr/>
        </p:nvSpPr>
        <p:spPr>
          <a:xfrm>
            <a:off x="1712160" y="583200"/>
            <a:ext cx="14677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Retract Intake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Box 10"/>
          <p:cNvSpPr/>
          <p:nvPr/>
        </p:nvSpPr>
        <p:spPr>
          <a:xfrm>
            <a:off x="1236600" y="1166760"/>
            <a:ext cx="5403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N/A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Box 12"/>
          <p:cNvSpPr/>
          <p:nvPr/>
        </p:nvSpPr>
        <p:spPr>
          <a:xfrm>
            <a:off x="1011960" y="3218400"/>
            <a:ext cx="11534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Drive Back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Box 13"/>
          <p:cNvSpPr/>
          <p:nvPr/>
        </p:nvSpPr>
        <p:spPr>
          <a:xfrm>
            <a:off x="5194080" y="5715360"/>
            <a:ext cx="1140840" cy="36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Turn Left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Quad Arrow 14"/>
          <p:cNvSpPr/>
          <p:nvPr/>
        </p:nvSpPr>
        <p:spPr>
          <a:xfrm>
            <a:off x="1215360" y="2315880"/>
            <a:ext cx="905040" cy="901440"/>
          </a:xfrm>
          <a:prstGeom prst="quadArrow">
            <a:avLst>
              <a:gd name="adj1" fmla="val 22500"/>
              <a:gd name="adj2" fmla="val 22500"/>
              <a:gd name="adj3" fmla="val 22500"/>
            </a:avLst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6" name="Quad Arrow 15"/>
          <p:cNvSpPr/>
          <p:nvPr/>
        </p:nvSpPr>
        <p:spPr>
          <a:xfrm>
            <a:off x="6329880" y="5256720"/>
            <a:ext cx="1317240" cy="1296720"/>
          </a:xfrm>
          <a:prstGeom prst="quadArrow">
            <a:avLst>
              <a:gd name="adj1" fmla="val 22500"/>
              <a:gd name="adj2" fmla="val 22500"/>
              <a:gd name="adj3" fmla="val 22500"/>
            </a:avLst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7" name="TextBox 16"/>
          <p:cNvSpPr/>
          <p:nvPr/>
        </p:nvSpPr>
        <p:spPr>
          <a:xfrm>
            <a:off x="891720" y="1913400"/>
            <a:ext cx="14893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Drive Forward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Box 17"/>
          <p:cNvSpPr/>
          <p:nvPr/>
        </p:nvSpPr>
        <p:spPr>
          <a:xfrm>
            <a:off x="2160" y="2532600"/>
            <a:ext cx="11224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Strafe Left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Box 18"/>
          <p:cNvSpPr/>
          <p:nvPr/>
        </p:nvSpPr>
        <p:spPr>
          <a:xfrm>
            <a:off x="2004480" y="2526120"/>
            <a:ext cx="12528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Strafe Right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Box 19"/>
          <p:cNvSpPr/>
          <p:nvPr/>
        </p:nvSpPr>
        <p:spPr>
          <a:xfrm>
            <a:off x="7627680" y="5721120"/>
            <a:ext cx="1296360" cy="36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Turn Right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71" name="Straight Connector 2"/>
          <p:cNvCxnSpPr>
            <a:stCxn id="62" idx="2"/>
          </p:cNvCxnSpPr>
          <p:nvPr/>
        </p:nvCxnSpPr>
        <p:spPr>
          <a:xfrm>
            <a:off x="1506960" y="1530720"/>
            <a:ext cx="2411640" cy="669600"/>
          </a:xfrm>
          <a:prstGeom prst="straightConnector1">
            <a:avLst/>
          </a:prstGeom>
          <a:ln w="28575">
            <a:solidFill>
              <a:srgbClr val="5B9BD5"/>
            </a:solidFill>
            <a:round/>
          </a:ln>
        </p:spPr>
      </p:cxnSp>
      <p:cxnSp>
        <p:nvCxnSpPr>
          <p:cNvPr id="72" name="Straight Connector 21"/>
          <p:cNvCxnSpPr>
            <a:stCxn id="61" idx="2"/>
          </p:cNvCxnSpPr>
          <p:nvPr/>
        </p:nvCxnSpPr>
        <p:spPr>
          <a:xfrm>
            <a:off x="2446200" y="947160"/>
            <a:ext cx="1848600" cy="753120"/>
          </a:xfrm>
          <a:prstGeom prst="straightConnector1">
            <a:avLst/>
          </a:prstGeom>
          <a:ln w="28575">
            <a:solidFill>
              <a:srgbClr val="5B9BD5"/>
            </a:solidFill>
            <a:round/>
          </a:ln>
        </p:spPr>
      </p:cxnSp>
      <p:cxnSp>
        <p:nvCxnSpPr>
          <p:cNvPr id="73" name="Straight Connector 25"/>
          <p:cNvCxnSpPr/>
          <p:nvPr/>
        </p:nvCxnSpPr>
        <p:spPr>
          <a:xfrm flipH="1">
            <a:off x="7898040" y="911160"/>
            <a:ext cx="2002320" cy="625680"/>
          </a:xfrm>
          <a:prstGeom prst="straightConnector1">
            <a:avLst/>
          </a:prstGeom>
          <a:ln w="28575">
            <a:solidFill>
              <a:srgbClr val="5B9BD5"/>
            </a:solidFill>
            <a:round/>
          </a:ln>
        </p:spPr>
      </p:cxnSp>
      <p:cxnSp>
        <p:nvCxnSpPr>
          <p:cNvPr id="74" name="Straight Connector 27"/>
          <p:cNvCxnSpPr/>
          <p:nvPr/>
        </p:nvCxnSpPr>
        <p:spPr>
          <a:xfrm flipH="1">
            <a:off x="8361360" y="1725480"/>
            <a:ext cx="1278720" cy="460440"/>
          </a:xfrm>
          <a:prstGeom prst="straightConnector1">
            <a:avLst/>
          </a:prstGeom>
          <a:ln w="28575">
            <a:solidFill>
              <a:srgbClr val="5B9BD5"/>
            </a:solidFill>
            <a:round/>
          </a:ln>
        </p:spPr>
      </p:cxnSp>
      <p:cxnSp>
        <p:nvCxnSpPr>
          <p:cNvPr id="75" name="Straight Connector 29"/>
          <p:cNvCxnSpPr/>
          <p:nvPr/>
        </p:nvCxnSpPr>
        <p:spPr>
          <a:xfrm flipH="1">
            <a:off x="8114040" y="2658960"/>
            <a:ext cx="1592640" cy="307440"/>
          </a:xfrm>
          <a:prstGeom prst="straightConnector1">
            <a:avLst/>
          </a:prstGeom>
          <a:ln w="28575">
            <a:solidFill>
              <a:srgbClr val="5B9BD5"/>
            </a:solidFill>
            <a:round/>
          </a:ln>
        </p:spPr>
      </p:cxnSp>
      <p:cxnSp>
        <p:nvCxnSpPr>
          <p:cNvPr id="76" name="Straight Connector 31"/>
          <p:cNvCxnSpPr/>
          <p:nvPr/>
        </p:nvCxnSpPr>
        <p:spPr>
          <a:xfrm flipH="1" flipV="1">
            <a:off x="7505640" y="3429000"/>
            <a:ext cx="2069640" cy="1991160"/>
          </a:xfrm>
          <a:prstGeom prst="straightConnector1">
            <a:avLst/>
          </a:prstGeom>
          <a:ln w="28575">
            <a:solidFill>
              <a:srgbClr val="5B9BD5"/>
            </a:solidFill>
            <a:round/>
          </a:ln>
        </p:spPr>
      </p:cxnSp>
      <p:cxnSp>
        <p:nvCxnSpPr>
          <p:cNvPr id="77" name="Straight Connector 33"/>
          <p:cNvCxnSpPr/>
          <p:nvPr/>
        </p:nvCxnSpPr>
        <p:spPr>
          <a:xfrm flipH="1" flipV="1">
            <a:off x="8079480" y="3731760"/>
            <a:ext cx="2284560" cy="1043280"/>
          </a:xfrm>
          <a:prstGeom prst="straightConnector1">
            <a:avLst/>
          </a:prstGeom>
          <a:ln w="28575">
            <a:solidFill>
              <a:srgbClr val="5B9BD5"/>
            </a:solidFill>
            <a:round/>
          </a:ln>
        </p:spPr>
      </p:cxnSp>
      <p:sp>
        <p:nvSpPr>
          <p:cNvPr id="78" name="TextBox 28"/>
          <p:cNvSpPr/>
          <p:nvPr/>
        </p:nvSpPr>
        <p:spPr>
          <a:xfrm>
            <a:off x="5510520" y="1179720"/>
            <a:ext cx="5403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N/A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79" name="Straight Connector 30"/>
          <p:cNvCxnSpPr>
            <a:stCxn id="78" idx="2"/>
          </p:cNvCxnSpPr>
          <p:nvPr/>
        </p:nvCxnSpPr>
        <p:spPr>
          <a:xfrm>
            <a:off x="5780880" y="1543680"/>
            <a:ext cx="1039680" cy="1920960"/>
          </a:xfrm>
          <a:prstGeom prst="straightConnector1">
            <a:avLst/>
          </a:prstGeom>
          <a:ln w="28575">
            <a:solidFill>
              <a:srgbClr val="5B9BD5"/>
            </a:solidFill>
            <a:round/>
          </a:ln>
        </p:spPr>
      </p:cxnSp>
      <p:sp>
        <p:nvSpPr>
          <p:cNvPr id="80" name="TextBox 1"/>
          <p:cNvSpPr/>
          <p:nvPr/>
        </p:nvSpPr>
        <p:spPr>
          <a:xfrm>
            <a:off x="3984840" y="311760"/>
            <a:ext cx="422244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32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Driver Controller (0)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Box 2"/>
          <p:cNvSpPr/>
          <p:nvPr/>
        </p:nvSpPr>
        <p:spPr>
          <a:xfrm>
            <a:off x="9829800" y="2971800"/>
            <a:ext cx="118476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Reset Gyro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82" name="Straight Connector 1"/>
          <p:cNvCxnSpPr>
            <a:stCxn id="81" idx="1"/>
          </p:cNvCxnSpPr>
          <p:nvPr/>
        </p:nvCxnSpPr>
        <p:spPr>
          <a:xfrm flipH="1">
            <a:off x="8695080" y="3291120"/>
            <a:ext cx="1135080" cy="138600"/>
          </a:xfrm>
          <a:prstGeom prst="straightConnector1">
            <a:avLst/>
          </a:prstGeom>
          <a:ln w="28575">
            <a:solidFill>
              <a:srgbClr val="5B9BD5"/>
            </a:solidFill>
            <a:round/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Picture 3"/>
          <p:cNvPicPr/>
          <p:nvPr/>
        </p:nvPicPr>
        <p:blipFill>
          <a:blip r:embed="rId1"/>
          <a:stretch/>
        </p:blipFill>
        <p:spPr>
          <a:xfrm>
            <a:off x="2552760" y="1047600"/>
            <a:ext cx="7085520" cy="4761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4" name="TextBox 4"/>
          <p:cNvSpPr/>
          <p:nvPr/>
        </p:nvSpPr>
        <p:spPr>
          <a:xfrm>
            <a:off x="10235880" y="4667040"/>
            <a:ext cx="583200" cy="36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N/A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Box 5"/>
          <p:cNvSpPr/>
          <p:nvPr/>
        </p:nvSpPr>
        <p:spPr>
          <a:xfrm>
            <a:off x="9334800" y="5330880"/>
            <a:ext cx="583200" cy="36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N/A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Box 6"/>
          <p:cNvSpPr/>
          <p:nvPr/>
        </p:nvSpPr>
        <p:spPr>
          <a:xfrm>
            <a:off x="9958320" y="3367800"/>
            <a:ext cx="1458000" cy="63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Stop All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Subsystems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Box 7"/>
          <p:cNvSpPr/>
          <p:nvPr/>
        </p:nvSpPr>
        <p:spPr>
          <a:xfrm>
            <a:off x="9607680" y="1431720"/>
            <a:ext cx="103968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Shoot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Position1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Box 8"/>
          <p:cNvSpPr/>
          <p:nvPr/>
        </p:nvSpPr>
        <p:spPr>
          <a:xfrm>
            <a:off x="9784800" y="583200"/>
            <a:ext cx="103968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Shoot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Position3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Box 9"/>
          <p:cNvSpPr/>
          <p:nvPr/>
        </p:nvSpPr>
        <p:spPr>
          <a:xfrm>
            <a:off x="2971800" y="504720"/>
            <a:ext cx="103968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Shoot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Position2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Box 10"/>
          <p:cNvSpPr/>
          <p:nvPr/>
        </p:nvSpPr>
        <p:spPr>
          <a:xfrm>
            <a:off x="1713600" y="1166760"/>
            <a:ext cx="583200" cy="36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N/A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extBox 12"/>
          <p:cNvSpPr/>
          <p:nvPr/>
        </p:nvSpPr>
        <p:spPr>
          <a:xfrm>
            <a:off x="1376280" y="3218400"/>
            <a:ext cx="583200" cy="36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N/A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Box 13"/>
          <p:cNvSpPr/>
          <p:nvPr/>
        </p:nvSpPr>
        <p:spPr>
          <a:xfrm>
            <a:off x="5473080" y="5715360"/>
            <a:ext cx="583200" cy="36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N/A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Quad Arrow 14"/>
          <p:cNvSpPr/>
          <p:nvPr/>
        </p:nvSpPr>
        <p:spPr>
          <a:xfrm>
            <a:off x="1215360" y="2315880"/>
            <a:ext cx="905040" cy="901440"/>
          </a:xfrm>
          <a:prstGeom prst="quadArrow">
            <a:avLst>
              <a:gd name="adj1" fmla="val 22500"/>
              <a:gd name="adj2" fmla="val 22500"/>
              <a:gd name="adj3" fmla="val 22500"/>
            </a:avLst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4" name="Quad Arrow 15"/>
          <p:cNvSpPr/>
          <p:nvPr/>
        </p:nvSpPr>
        <p:spPr>
          <a:xfrm>
            <a:off x="6329880" y="5256720"/>
            <a:ext cx="1317240" cy="1296720"/>
          </a:xfrm>
          <a:prstGeom prst="quadArrow">
            <a:avLst>
              <a:gd name="adj1" fmla="val 22500"/>
              <a:gd name="adj2" fmla="val 22500"/>
              <a:gd name="adj3" fmla="val 22500"/>
            </a:avLst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5" name="TextBox 16"/>
          <p:cNvSpPr/>
          <p:nvPr/>
        </p:nvSpPr>
        <p:spPr>
          <a:xfrm>
            <a:off x="1446480" y="1913400"/>
            <a:ext cx="583200" cy="36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N/A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Box 17"/>
          <p:cNvSpPr/>
          <p:nvPr/>
        </p:nvSpPr>
        <p:spPr>
          <a:xfrm>
            <a:off x="351360" y="2532600"/>
            <a:ext cx="58320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N/A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TextBox 18"/>
          <p:cNvSpPr/>
          <p:nvPr/>
        </p:nvSpPr>
        <p:spPr>
          <a:xfrm>
            <a:off x="2431440" y="2526120"/>
            <a:ext cx="583200" cy="36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N/A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Box 19"/>
          <p:cNvSpPr/>
          <p:nvPr/>
        </p:nvSpPr>
        <p:spPr>
          <a:xfrm>
            <a:off x="7984440" y="5721120"/>
            <a:ext cx="583200" cy="36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N/A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99" name="Straight Connector 2"/>
          <p:cNvCxnSpPr>
            <a:stCxn id="90" idx="2"/>
          </p:cNvCxnSpPr>
          <p:nvPr/>
        </p:nvCxnSpPr>
        <p:spPr>
          <a:xfrm>
            <a:off x="2005200" y="1530360"/>
            <a:ext cx="1913400" cy="669960"/>
          </a:xfrm>
          <a:prstGeom prst="straightConnector1">
            <a:avLst/>
          </a:prstGeom>
          <a:ln w="28575">
            <a:solidFill>
              <a:srgbClr val="5B9BD5"/>
            </a:solidFill>
            <a:round/>
          </a:ln>
        </p:spPr>
      </p:cxnSp>
      <p:cxnSp>
        <p:nvCxnSpPr>
          <p:cNvPr id="100" name="Straight Connector 21"/>
          <p:cNvCxnSpPr>
            <a:stCxn id="89" idx="2"/>
          </p:cNvCxnSpPr>
          <p:nvPr/>
        </p:nvCxnSpPr>
        <p:spPr>
          <a:xfrm>
            <a:off x="3491640" y="1143000"/>
            <a:ext cx="803160" cy="557280"/>
          </a:xfrm>
          <a:prstGeom prst="straightConnector1">
            <a:avLst/>
          </a:prstGeom>
          <a:ln w="28575">
            <a:solidFill>
              <a:srgbClr val="5B9BD5"/>
            </a:solidFill>
            <a:round/>
          </a:ln>
        </p:spPr>
      </p:cxnSp>
      <p:cxnSp>
        <p:nvCxnSpPr>
          <p:cNvPr id="101" name="Straight Connector 25"/>
          <p:cNvCxnSpPr/>
          <p:nvPr/>
        </p:nvCxnSpPr>
        <p:spPr>
          <a:xfrm flipH="1">
            <a:off x="7898040" y="911160"/>
            <a:ext cx="2002320" cy="625680"/>
          </a:xfrm>
          <a:prstGeom prst="straightConnector1">
            <a:avLst/>
          </a:prstGeom>
          <a:ln w="28575">
            <a:solidFill>
              <a:srgbClr val="5B9BD5"/>
            </a:solidFill>
            <a:round/>
          </a:ln>
        </p:spPr>
      </p:cxnSp>
      <p:cxnSp>
        <p:nvCxnSpPr>
          <p:cNvPr id="102" name="Straight Connector 27"/>
          <p:cNvCxnSpPr/>
          <p:nvPr/>
        </p:nvCxnSpPr>
        <p:spPr>
          <a:xfrm flipH="1">
            <a:off x="8361360" y="1725480"/>
            <a:ext cx="1278720" cy="460440"/>
          </a:xfrm>
          <a:prstGeom prst="straightConnector1">
            <a:avLst/>
          </a:prstGeom>
          <a:ln w="28575">
            <a:solidFill>
              <a:srgbClr val="5B9BD5"/>
            </a:solidFill>
            <a:round/>
          </a:ln>
        </p:spPr>
      </p:cxnSp>
      <p:cxnSp>
        <p:nvCxnSpPr>
          <p:cNvPr id="103" name="Straight Connector 29"/>
          <p:cNvCxnSpPr/>
          <p:nvPr/>
        </p:nvCxnSpPr>
        <p:spPr>
          <a:xfrm flipH="1">
            <a:off x="8114040" y="2658960"/>
            <a:ext cx="1592640" cy="307440"/>
          </a:xfrm>
          <a:prstGeom prst="straightConnector1">
            <a:avLst/>
          </a:prstGeom>
          <a:ln w="28575">
            <a:solidFill>
              <a:srgbClr val="5B9BD5"/>
            </a:solidFill>
            <a:round/>
          </a:ln>
        </p:spPr>
      </p:cxnSp>
      <p:cxnSp>
        <p:nvCxnSpPr>
          <p:cNvPr id="104" name="Straight Connector 31"/>
          <p:cNvCxnSpPr/>
          <p:nvPr/>
        </p:nvCxnSpPr>
        <p:spPr>
          <a:xfrm flipH="1" flipV="1">
            <a:off x="7505640" y="3429000"/>
            <a:ext cx="2069640" cy="1991160"/>
          </a:xfrm>
          <a:prstGeom prst="straightConnector1">
            <a:avLst/>
          </a:prstGeom>
          <a:ln w="28575">
            <a:solidFill>
              <a:srgbClr val="5B9BD5"/>
            </a:solidFill>
            <a:round/>
          </a:ln>
        </p:spPr>
      </p:cxnSp>
      <p:cxnSp>
        <p:nvCxnSpPr>
          <p:cNvPr id="105" name="Straight Connector 33"/>
          <p:cNvCxnSpPr/>
          <p:nvPr/>
        </p:nvCxnSpPr>
        <p:spPr>
          <a:xfrm flipH="1" flipV="1">
            <a:off x="8079480" y="3731760"/>
            <a:ext cx="2284560" cy="1043280"/>
          </a:xfrm>
          <a:prstGeom prst="straightConnector1">
            <a:avLst/>
          </a:prstGeom>
          <a:ln w="28575">
            <a:solidFill>
              <a:srgbClr val="5B9BD5"/>
            </a:solidFill>
            <a:round/>
          </a:ln>
        </p:spPr>
      </p:cxnSp>
      <p:sp>
        <p:nvSpPr>
          <p:cNvPr id="106" name="TextBox 28"/>
          <p:cNvSpPr/>
          <p:nvPr/>
        </p:nvSpPr>
        <p:spPr>
          <a:xfrm>
            <a:off x="6096600" y="1179720"/>
            <a:ext cx="583200" cy="36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N/A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07" name="Straight Connector 30"/>
          <p:cNvCxnSpPr>
            <a:stCxn id="106" idx="2"/>
          </p:cNvCxnSpPr>
          <p:nvPr/>
        </p:nvCxnSpPr>
        <p:spPr>
          <a:xfrm>
            <a:off x="6388200" y="1543320"/>
            <a:ext cx="432360" cy="1921320"/>
          </a:xfrm>
          <a:prstGeom prst="straightConnector1">
            <a:avLst/>
          </a:prstGeom>
          <a:ln w="28575">
            <a:solidFill>
              <a:srgbClr val="5B9BD5"/>
            </a:solidFill>
            <a:round/>
          </a:ln>
        </p:spPr>
      </p:cxnSp>
      <p:sp>
        <p:nvSpPr>
          <p:cNvPr id="108" name="TextBox 1"/>
          <p:cNvSpPr/>
          <p:nvPr/>
        </p:nvSpPr>
        <p:spPr>
          <a:xfrm>
            <a:off x="3688920" y="311760"/>
            <a:ext cx="481392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3200" b="1" u="none" strike="noStrike">
                <a:solidFill>
                  <a:srgbClr val="00B050"/>
                </a:solidFill>
                <a:effectLst/>
                <a:uFillTx/>
                <a:latin typeface="Calibri"/>
              </a:rPr>
              <a:t>Operator Controller (1)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Quad Arrow 1"/>
          <p:cNvSpPr/>
          <p:nvPr/>
        </p:nvSpPr>
        <p:spPr>
          <a:xfrm>
            <a:off x="1654200" y="5257800"/>
            <a:ext cx="1317240" cy="1296720"/>
          </a:xfrm>
          <a:prstGeom prst="quadArrow">
            <a:avLst>
              <a:gd name="adj1" fmla="val 22500"/>
              <a:gd name="adj2" fmla="val 22500"/>
              <a:gd name="adj3" fmla="val 22500"/>
            </a:avLst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0" name="TextBox 3"/>
          <p:cNvSpPr/>
          <p:nvPr/>
        </p:nvSpPr>
        <p:spPr>
          <a:xfrm>
            <a:off x="1058760" y="5715000"/>
            <a:ext cx="54144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N/A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Box 11"/>
          <p:cNvSpPr/>
          <p:nvPr/>
        </p:nvSpPr>
        <p:spPr>
          <a:xfrm>
            <a:off x="2112480" y="4800600"/>
            <a:ext cx="5414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N/A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Box 14"/>
          <p:cNvSpPr/>
          <p:nvPr/>
        </p:nvSpPr>
        <p:spPr>
          <a:xfrm>
            <a:off x="3484080" y="5533920"/>
            <a:ext cx="54144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N/A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13" name="Straight Connector 3"/>
          <p:cNvCxnSpPr>
            <a:stCxn id="109" idx="1"/>
          </p:cNvCxnSpPr>
          <p:nvPr/>
        </p:nvCxnSpPr>
        <p:spPr>
          <a:xfrm flipV="1">
            <a:off x="1654200" y="4941720"/>
            <a:ext cx="3372840" cy="964800"/>
          </a:xfrm>
          <a:prstGeom prst="straightConnector1">
            <a:avLst/>
          </a:prstGeom>
          <a:ln w="28575">
            <a:solidFill>
              <a:srgbClr val="5B9BD5"/>
            </a:solidFill>
            <a:round/>
          </a:ln>
        </p:spPr>
      </p:cxnSp>
      <p:cxnSp>
        <p:nvCxnSpPr>
          <p:cNvPr id="114" name="Straight Connector 4"/>
          <p:cNvCxnSpPr>
            <a:stCxn id="86" idx="1"/>
          </p:cNvCxnSpPr>
          <p:nvPr/>
        </p:nvCxnSpPr>
        <p:spPr>
          <a:xfrm flipH="1" flipV="1">
            <a:off x="8695080" y="3278520"/>
            <a:ext cx="1263600" cy="408600"/>
          </a:xfrm>
          <a:prstGeom prst="straightConnector1">
            <a:avLst/>
          </a:prstGeom>
          <a:ln w="28575">
            <a:solidFill>
              <a:srgbClr val="5B9BD5"/>
            </a:solidFill>
            <a:round/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100</TotalTime>
  <Application>LibreOffice/26.2.1.2$Windows_X86_64 LibreOffice_project/620$Build-2</Application>
  <AppVersion>15.0000</AppVersion>
  <Words>74</Words>
  <Paragraphs>30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2017-02-22T03:58:18Z</dcterms:created>
  <dc:creator>Will Edds</dc:creator>
  <dc:description/>
  <dc:language>en-US</dc:language>
  <cp:lastModifiedBy/>
  <dcterms:modified xsi:type="dcterms:W3CDTF">2026-03-02T20:48:54Z</dcterms:modified>
  <cp:revision>8</cp:revision>
  <dc:subject/>
  <dc:title>PowerPoint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2</vt:i4>
  </property>
</Properties>
</file>