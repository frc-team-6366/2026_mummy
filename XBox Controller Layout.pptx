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2002680"/>
            <a:ext cx="914256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09480" y="3348720"/>
            <a:ext cx="109717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81C16B-A275-4449-A2B0-E8E05900275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523880" y="2002680"/>
            <a:ext cx="914256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3348720"/>
            <a:ext cx="109717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CB5C723-8F86-4719-9BF1-129669AA144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165160" y="2178000"/>
            <a:ext cx="2500200" cy="127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 vert="eaVert">
            <a:no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3185280"/>
            <a:ext cx="8533440" cy="65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58A2F3C-65AA-4A03-A240-E1BA0CAC55B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523880" y="2002680"/>
            <a:ext cx="914256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3348720"/>
            <a:ext cx="109717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7B56839-CCCE-40B5-8724-6A8EA1026F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E669B80-3874-4A0C-9A02-3CD89DE001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523880" y="2002680"/>
            <a:ext cx="914256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3348720"/>
            <a:ext cx="53539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6231600" y="3348720"/>
            <a:ext cx="53539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A74D6A1-3781-46F0-A62D-B0729D767B0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70488C8-AFD8-466C-86D7-BDA7078E0EE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523880" y="2002680"/>
            <a:ext cx="914256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97210F8-59C6-44A4-B9DF-FB4A719CE74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7F7F106-5B33-4853-A3F1-0899C2CBB44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3B11F2C-30A2-4A85-B306-C9DABF945C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F05681A-7F55-49AA-BC1C-23F6535FEA3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2178000"/>
            <a:ext cx="91425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18B74A-B1A8-44AD-AA5D-BC8CBF5D1A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523880" y="2178000"/>
            <a:ext cx="91425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3C4F1A-25DA-4E9F-8E20-82BECFA3B9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395640" y="1122480"/>
            <a:ext cx="1271880" cy="1106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 vert="eaVert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09480" y="273240"/>
            <a:ext cx="8533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4FC1D4-58F9-4BF4-9961-D3DC9B0ECA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523880" y="2178000"/>
            <a:ext cx="91425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DDC68A8-B935-4E3A-B7FA-467C209C09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5695C3-C95A-45EC-9CBB-C6DB50E839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1523880" y="2178000"/>
            <a:ext cx="91425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40DE6A-CD39-4351-9BC1-38BEF821EA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1CAA46-A322-4E0A-ADC3-F036CE9960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523880" y="2178000"/>
            <a:ext cx="91425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B72C31-FE20-4099-B7CD-82D53179C5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80EBBB-ABE8-4E27-8E60-0E51F19503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84C6A5-A722-40D5-9F1C-6E7A524B0A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CFE109-4C07-4D55-9426-F789C7AA76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3"/>
          <p:cNvPicPr/>
          <p:nvPr/>
        </p:nvPicPr>
        <p:blipFill>
          <a:blip r:embed="rId1"/>
          <a:stretch/>
        </p:blipFill>
        <p:spPr>
          <a:xfrm>
            <a:off x="2552760" y="1047600"/>
            <a:ext cx="7085160" cy="476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TextBox 4"/>
          <p:cNvSpPr/>
          <p:nvPr/>
        </p:nvSpPr>
        <p:spPr>
          <a:xfrm>
            <a:off x="9996120" y="4667040"/>
            <a:ext cx="1069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Autoalign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5"/>
          <p:cNvSpPr/>
          <p:nvPr/>
        </p:nvSpPr>
        <p:spPr>
          <a:xfrm>
            <a:off x="9228240" y="5330880"/>
            <a:ext cx="1100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X position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6"/>
          <p:cNvSpPr/>
          <p:nvPr/>
        </p:nvSpPr>
        <p:spPr>
          <a:xfrm>
            <a:off x="9352440" y="2372400"/>
            <a:ext cx="540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7"/>
          <p:cNvSpPr/>
          <p:nvPr/>
        </p:nvSpPr>
        <p:spPr>
          <a:xfrm>
            <a:off x="9175680" y="1431720"/>
            <a:ext cx="2231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Toggle Deploy/Retract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         Intake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8"/>
          <p:cNvSpPr/>
          <p:nvPr/>
        </p:nvSpPr>
        <p:spPr>
          <a:xfrm>
            <a:off x="8229600" y="504720"/>
            <a:ext cx="1216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Run Intake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Rollers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9"/>
          <p:cNvSpPr/>
          <p:nvPr/>
        </p:nvSpPr>
        <p:spPr>
          <a:xfrm>
            <a:off x="1712160" y="583200"/>
            <a:ext cx="1467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Retract Intake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1236600" y="1166760"/>
            <a:ext cx="540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2"/>
          <p:cNvSpPr/>
          <p:nvPr/>
        </p:nvSpPr>
        <p:spPr>
          <a:xfrm>
            <a:off x="1011960" y="3218400"/>
            <a:ext cx="11530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Drive Back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3"/>
          <p:cNvSpPr/>
          <p:nvPr/>
        </p:nvSpPr>
        <p:spPr>
          <a:xfrm>
            <a:off x="5194080" y="5715360"/>
            <a:ext cx="11404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Turn Left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Quad Arrow 14"/>
          <p:cNvSpPr/>
          <p:nvPr/>
        </p:nvSpPr>
        <p:spPr>
          <a:xfrm>
            <a:off x="1215360" y="2315880"/>
            <a:ext cx="904680" cy="901080"/>
          </a:xfrm>
          <a:prstGeom prst="quadArrow">
            <a:avLst>
              <a:gd name="adj1" fmla="val 22500"/>
              <a:gd name="adj2" fmla="val 22500"/>
              <a:gd name="adj3" fmla="val 22500"/>
            </a:avLst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Quad Arrow 15"/>
          <p:cNvSpPr/>
          <p:nvPr/>
        </p:nvSpPr>
        <p:spPr>
          <a:xfrm>
            <a:off x="6329880" y="5256720"/>
            <a:ext cx="1316880" cy="1296360"/>
          </a:xfrm>
          <a:prstGeom prst="quadArrow">
            <a:avLst>
              <a:gd name="adj1" fmla="val 22500"/>
              <a:gd name="adj2" fmla="val 22500"/>
              <a:gd name="adj3" fmla="val 22500"/>
            </a:avLst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16"/>
          <p:cNvSpPr/>
          <p:nvPr/>
        </p:nvSpPr>
        <p:spPr>
          <a:xfrm>
            <a:off x="891720" y="1913400"/>
            <a:ext cx="14889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Drive Forward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7"/>
          <p:cNvSpPr/>
          <p:nvPr/>
        </p:nvSpPr>
        <p:spPr>
          <a:xfrm>
            <a:off x="2160" y="2532600"/>
            <a:ext cx="11221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Strafe Left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8"/>
          <p:cNvSpPr/>
          <p:nvPr/>
        </p:nvSpPr>
        <p:spPr>
          <a:xfrm>
            <a:off x="2004480" y="2526120"/>
            <a:ext cx="1252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Strafe Right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9"/>
          <p:cNvSpPr/>
          <p:nvPr/>
        </p:nvSpPr>
        <p:spPr>
          <a:xfrm>
            <a:off x="7627680" y="5721120"/>
            <a:ext cx="12960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Turn Right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Straight Connector 2"/>
          <p:cNvCxnSpPr>
            <a:stCxn id="66" idx="2"/>
          </p:cNvCxnSpPr>
          <p:nvPr/>
        </p:nvCxnSpPr>
        <p:spPr>
          <a:xfrm>
            <a:off x="1506960" y="1530720"/>
            <a:ext cx="2412000" cy="66996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76" name="Straight Connector 21"/>
          <p:cNvCxnSpPr>
            <a:stCxn id="65" idx="2"/>
          </p:cNvCxnSpPr>
          <p:nvPr/>
        </p:nvCxnSpPr>
        <p:spPr>
          <a:xfrm>
            <a:off x="2446200" y="947160"/>
            <a:ext cx="1848960" cy="75348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77" name="Straight Connector 25"/>
          <p:cNvCxnSpPr>
            <a:stCxn id="64" idx="2"/>
          </p:cNvCxnSpPr>
          <p:nvPr/>
        </p:nvCxnSpPr>
        <p:spPr>
          <a:xfrm flipH="1">
            <a:off x="7898040" y="1143000"/>
            <a:ext cx="940320" cy="3942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78" name="Straight Connector 27"/>
          <p:cNvCxnSpPr/>
          <p:nvPr/>
        </p:nvCxnSpPr>
        <p:spPr>
          <a:xfrm flipH="1">
            <a:off x="8361360" y="1725480"/>
            <a:ext cx="1279080" cy="4608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79" name="Straight Connector 29"/>
          <p:cNvCxnSpPr/>
          <p:nvPr/>
        </p:nvCxnSpPr>
        <p:spPr>
          <a:xfrm flipH="1">
            <a:off x="8114040" y="2658960"/>
            <a:ext cx="1593000" cy="3078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80" name="Straight Connector 31"/>
          <p:cNvCxnSpPr/>
          <p:nvPr/>
        </p:nvCxnSpPr>
        <p:spPr>
          <a:xfrm flipH="1" flipV="1">
            <a:off x="7505640" y="3429000"/>
            <a:ext cx="2070000" cy="199152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81" name="Straight Connector 33"/>
          <p:cNvCxnSpPr/>
          <p:nvPr/>
        </p:nvCxnSpPr>
        <p:spPr>
          <a:xfrm flipH="1" flipV="1">
            <a:off x="8079480" y="3731760"/>
            <a:ext cx="2284920" cy="104364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sp>
        <p:nvSpPr>
          <p:cNvPr id="82" name="TextBox 28"/>
          <p:cNvSpPr/>
          <p:nvPr/>
        </p:nvSpPr>
        <p:spPr>
          <a:xfrm>
            <a:off x="5510520" y="1179720"/>
            <a:ext cx="540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Straight Connector 30"/>
          <p:cNvCxnSpPr>
            <a:stCxn id="82" idx="2"/>
          </p:cNvCxnSpPr>
          <p:nvPr/>
        </p:nvCxnSpPr>
        <p:spPr>
          <a:xfrm>
            <a:off x="5780880" y="1543680"/>
            <a:ext cx="1040040" cy="192132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sp>
        <p:nvSpPr>
          <p:cNvPr id="84" name="TextBox 1"/>
          <p:cNvSpPr/>
          <p:nvPr/>
        </p:nvSpPr>
        <p:spPr>
          <a:xfrm>
            <a:off x="3984840" y="311760"/>
            <a:ext cx="422208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3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Driver Controller (0)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2"/>
          <p:cNvSpPr/>
          <p:nvPr/>
        </p:nvSpPr>
        <p:spPr>
          <a:xfrm>
            <a:off x="9829800" y="2971800"/>
            <a:ext cx="1184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Reset Gyro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" name="Straight Connector 1"/>
          <p:cNvCxnSpPr>
            <a:stCxn id="85" idx="1"/>
          </p:cNvCxnSpPr>
          <p:nvPr/>
        </p:nvCxnSpPr>
        <p:spPr>
          <a:xfrm flipH="1">
            <a:off x="8695080" y="3291120"/>
            <a:ext cx="1135080" cy="13896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3"/>
          <p:cNvPicPr/>
          <p:nvPr/>
        </p:nvPicPr>
        <p:blipFill>
          <a:blip r:embed="rId1"/>
          <a:stretch/>
        </p:blipFill>
        <p:spPr>
          <a:xfrm>
            <a:off x="2552760" y="1047600"/>
            <a:ext cx="7085160" cy="476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TextBox 4"/>
          <p:cNvSpPr/>
          <p:nvPr/>
        </p:nvSpPr>
        <p:spPr>
          <a:xfrm>
            <a:off x="10235880" y="4667040"/>
            <a:ext cx="1685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Shoot Position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5"/>
          <p:cNvSpPr/>
          <p:nvPr/>
        </p:nvSpPr>
        <p:spPr>
          <a:xfrm>
            <a:off x="9334800" y="5330880"/>
            <a:ext cx="181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Pivot Intake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9958320" y="3367800"/>
            <a:ext cx="14576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Stop All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Subsystems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7"/>
          <p:cNvSpPr/>
          <p:nvPr/>
        </p:nvSpPr>
        <p:spPr>
          <a:xfrm>
            <a:off x="9615600" y="1431720"/>
            <a:ext cx="1024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Shoot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Fuel Pass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9942480" y="583200"/>
            <a:ext cx="723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Shoot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9"/>
          <p:cNvSpPr/>
          <p:nvPr/>
        </p:nvSpPr>
        <p:spPr>
          <a:xfrm>
            <a:off x="2909160" y="504720"/>
            <a:ext cx="1164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Intake Run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Rollers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1713600" y="1166760"/>
            <a:ext cx="5828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2"/>
          <p:cNvSpPr/>
          <p:nvPr/>
        </p:nvSpPr>
        <p:spPr>
          <a:xfrm>
            <a:off x="1376280" y="3218400"/>
            <a:ext cx="5828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3"/>
          <p:cNvSpPr/>
          <p:nvPr/>
        </p:nvSpPr>
        <p:spPr>
          <a:xfrm>
            <a:off x="5473080" y="5715360"/>
            <a:ext cx="5828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Quad Arrow 14"/>
          <p:cNvSpPr/>
          <p:nvPr/>
        </p:nvSpPr>
        <p:spPr>
          <a:xfrm>
            <a:off x="1215360" y="2315880"/>
            <a:ext cx="904680" cy="901080"/>
          </a:xfrm>
          <a:prstGeom prst="quadArrow">
            <a:avLst>
              <a:gd name="adj1" fmla="val 22500"/>
              <a:gd name="adj2" fmla="val 22500"/>
              <a:gd name="adj3" fmla="val 22500"/>
            </a:avLst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Quad Arrow 15"/>
          <p:cNvSpPr/>
          <p:nvPr/>
        </p:nvSpPr>
        <p:spPr>
          <a:xfrm>
            <a:off x="6329880" y="5256720"/>
            <a:ext cx="1316880" cy="1296360"/>
          </a:xfrm>
          <a:prstGeom prst="quadArrow">
            <a:avLst>
              <a:gd name="adj1" fmla="val 22500"/>
              <a:gd name="adj2" fmla="val 22500"/>
              <a:gd name="adj3" fmla="val 22500"/>
            </a:avLst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16"/>
          <p:cNvSpPr/>
          <p:nvPr/>
        </p:nvSpPr>
        <p:spPr>
          <a:xfrm>
            <a:off x="1446480" y="1913400"/>
            <a:ext cx="5828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7"/>
          <p:cNvSpPr/>
          <p:nvPr/>
        </p:nvSpPr>
        <p:spPr>
          <a:xfrm>
            <a:off x="351360" y="2532600"/>
            <a:ext cx="582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8"/>
          <p:cNvSpPr/>
          <p:nvPr/>
        </p:nvSpPr>
        <p:spPr>
          <a:xfrm>
            <a:off x="2431440" y="2526120"/>
            <a:ext cx="5828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9"/>
          <p:cNvSpPr/>
          <p:nvPr/>
        </p:nvSpPr>
        <p:spPr>
          <a:xfrm>
            <a:off x="7984440" y="5721120"/>
            <a:ext cx="5828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3" name="Straight Connector 2"/>
          <p:cNvCxnSpPr>
            <a:stCxn id="94" idx="2"/>
          </p:cNvCxnSpPr>
          <p:nvPr/>
        </p:nvCxnSpPr>
        <p:spPr>
          <a:xfrm>
            <a:off x="2005200" y="1530000"/>
            <a:ext cx="1913760" cy="67068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104" name="Straight Connector 21"/>
          <p:cNvCxnSpPr>
            <a:stCxn id="93" idx="2"/>
          </p:cNvCxnSpPr>
          <p:nvPr/>
        </p:nvCxnSpPr>
        <p:spPr>
          <a:xfrm>
            <a:off x="3491640" y="1143000"/>
            <a:ext cx="803520" cy="55764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105" name="Straight Connector 25"/>
          <p:cNvCxnSpPr/>
          <p:nvPr/>
        </p:nvCxnSpPr>
        <p:spPr>
          <a:xfrm flipH="1">
            <a:off x="7898040" y="911160"/>
            <a:ext cx="2002680" cy="62604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106" name="Straight Connector 27"/>
          <p:cNvCxnSpPr/>
          <p:nvPr/>
        </p:nvCxnSpPr>
        <p:spPr>
          <a:xfrm flipH="1">
            <a:off x="8361360" y="1725480"/>
            <a:ext cx="1279080" cy="4608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107" name="Straight Connector 29"/>
          <p:cNvCxnSpPr/>
          <p:nvPr/>
        </p:nvCxnSpPr>
        <p:spPr>
          <a:xfrm flipH="1">
            <a:off x="8114040" y="2658960"/>
            <a:ext cx="1593000" cy="3078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108" name="Straight Connector 31"/>
          <p:cNvCxnSpPr/>
          <p:nvPr/>
        </p:nvCxnSpPr>
        <p:spPr>
          <a:xfrm flipH="1" flipV="1">
            <a:off x="7505640" y="3429000"/>
            <a:ext cx="2070000" cy="199152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109" name="Straight Connector 33"/>
          <p:cNvCxnSpPr/>
          <p:nvPr/>
        </p:nvCxnSpPr>
        <p:spPr>
          <a:xfrm flipH="1" flipV="1">
            <a:off x="8079480" y="3731760"/>
            <a:ext cx="2284920" cy="104364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sp>
        <p:nvSpPr>
          <p:cNvPr id="110" name="TextBox 28"/>
          <p:cNvSpPr/>
          <p:nvPr/>
        </p:nvSpPr>
        <p:spPr>
          <a:xfrm>
            <a:off x="6096600" y="1179720"/>
            <a:ext cx="1313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Reset Intake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1" name="Straight Connector 30"/>
          <p:cNvCxnSpPr>
            <a:stCxn id="110" idx="2"/>
          </p:cNvCxnSpPr>
          <p:nvPr/>
        </p:nvCxnSpPr>
        <p:spPr>
          <a:xfrm>
            <a:off x="6753240" y="1543680"/>
            <a:ext cx="67680" cy="192132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sp>
        <p:nvSpPr>
          <p:cNvPr id="112" name="TextBox 1"/>
          <p:cNvSpPr/>
          <p:nvPr/>
        </p:nvSpPr>
        <p:spPr>
          <a:xfrm>
            <a:off x="3688920" y="311760"/>
            <a:ext cx="48135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0B050"/>
                </a:solidFill>
                <a:effectLst/>
                <a:uFillTx/>
                <a:latin typeface="Calibri"/>
              </a:rPr>
              <a:t>Operator Controller (1)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Quad Arrow 1"/>
          <p:cNvSpPr/>
          <p:nvPr/>
        </p:nvSpPr>
        <p:spPr>
          <a:xfrm>
            <a:off x="1654200" y="5257800"/>
            <a:ext cx="1316880" cy="1296360"/>
          </a:xfrm>
          <a:prstGeom prst="quadArrow">
            <a:avLst>
              <a:gd name="adj1" fmla="val 22500"/>
              <a:gd name="adj2" fmla="val 22500"/>
              <a:gd name="adj3" fmla="val 22500"/>
            </a:avLst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3"/>
          <p:cNvSpPr/>
          <p:nvPr/>
        </p:nvSpPr>
        <p:spPr>
          <a:xfrm>
            <a:off x="1058760" y="5715000"/>
            <a:ext cx="541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1"/>
          <p:cNvSpPr/>
          <p:nvPr/>
        </p:nvSpPr>
        <p:spPr>
          <a:xfrm>
            <a:off x="2112480" y="4800600"/>
            <a:ext cx="541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4"/>
          <p:cNvSpPr/>
          <p:nvPr/>
        </p:nvSpPr>
        <p:spPr>
          <a:xfrm>
            <a:off x="3484080" y="5533920"/>
            <a:ext cx="541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7" name="Straight Connector 3"/>
          <p:cNvCxnSpPr>
            <a:stCxn id="113" idx="1"/>
          </p:cNvCxnSpPr>
          <p:nvPr/>
        </p:nvCxnSpPr>
        <p:spPr>
          <a:xfrm flipV="1">
            <a:off x="1654200" y="4941720"/>
            <a:ext cx="3373200" cy="9648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118" name="Straight Connector 4"/>
          <p:cNvCxnSpPr>
            <a:stCxn id="90" idx="1"/>
          </p:cNvCxnSpPr>
          <p:nvPr/>
        </p:nvCxnSpPr>
        <p:spPr>
          <a:xfrm flipH="1" flipV="1">
            <a:off x="8695080" y="3278520"/>
            <a:ext cx="1263600" cy="4086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sp>
        <p:nvSpPr>
          <p:cNvPr id="119" name=""/>
          <p:cNvSpPr/>
          <p:nvPr/>
        </p:nvSpPr>
        <p:spPr>
          <a:xfrm flipV="1">
            <a:off x="5486400" y="1600200"/>
            <a:ext cx="685800" cy="1828800"/>
          </a:xfrm>
          <a:prstGeom prst="line">
            <a:avLst/>
          </a:prstGeom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2544</TotalTime>
  <Application>LibreOffice/26.2.1.2$Windows_X86_64 LibreOffice_project/620$Build-2</Application>
  <AppVersion>15.0000</AppVersion>
  <Words>74</Words>
  <Paragraphs>30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2017-02-22T03:58:18Z</dcterms:created>
  <dc:creator>Will Edds</dc:creator>
  <dc:description/>
  <dc:language>en-US</dc:language>
  <cp:lastModifiedBy/>
  <dcterms:modified xsi:type="dcterms:W3CDTF">2026-03-21T09:33:35Z</dcterms:modified>
  <cp:revision>9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</vt:i4>
  </property>
</Properties>
</file>