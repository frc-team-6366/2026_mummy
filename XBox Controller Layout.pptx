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4" autoAdjust="0"/>
    <p:restoredTop sz="94660"/>
  </p:normalViewPr>
  <p:slideViewPr>
    <p:cSldViewPr snapToGrid="0">
      <p:cViewPr varScale="1">
        <p:scale>
          <a:sx n="76" d="100"/>
          <a:sy n="76" d="100"/>
        </p:scale>
        <p:origin x="37" y="1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8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249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383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97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07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24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228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376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408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9951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732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51A96A-9333-4C31-8B0E-1C735D0B26DA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A6A480-8B2D-41C0-A035-0EF58478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38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700" y="1047750"/>
            <a:ext cx="7086600" cy="4762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32769" y="466700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Deposit Balls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71611" y="5330959"/>
            <a:ext cx="13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Collect Balls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50864" y="2372413"/>
            <a:ext cx="1515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 Breaks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2587" y="1431655"/>
            <a:ext cx="1294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Raise Robot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1456" y="583033"/>
            <a:ext cx="2210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Gear Sled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2407" y="583033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Gear Sled Left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574" y="1166583"/>
            <a:ext cx="137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Lower Robot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4135" y="3218470"/>
            <a:ext cx="116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Drive 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5630" y="5715270"/>
            <a:ext cx="1017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Turn Left</a:t>
            </a:r>
          </a:p>
        </p:txBody>
      </p:sp>
      <p:sp>
        <p:nvSpPr>
          <p:cNvPr id="15" name="Quad Arrow 14"/>
          <p:cNvSpPr/>
          <p:nvPr/>
        </p:nvSpPr>
        <p:spPr>
          <a:xfrm>
            <a:off x="1215204" y="2315945"/>
            <a:ext cx="906132" cy="902525"/>
          </a:xfrm>
          <a:prstGeom prst="quad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Quad Arrow 15"/>
          <p:cNvSpPr/>
          <p:nvPr/>
        </p:nvSpPr>
        <p:spPr>
          <a:xfrm>
            <a:off x="6330046" y="5256646"/>
            <a:ext cx="1318161" cy="1297978"/>
          </a:xfrm>
          <a:prstGeom prst="quad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84092" y="1913555"/>
            <a:ext cx="1508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Drive Forward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29" y="2532493"/>
            <a:ext cx="1143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Strafe Left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8717" y="2526218"/>
            <a:ext cx="1268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Strafe Right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716" y="5720969"/>
            <a:ext cx="1142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Turn Right</a:t>
            </a:r>
          </a:p>
        </p:txBody>
      </p:sp>
      <p:cxnSp>
        <p:nvCxnSpPr>
          <p:cNvPr id="3" name="Straight Connector 2"/>
          <p:cNvCxnSpPr>
            <a:stCxn id="11" idx="2"/>
          </p:cNvCxnSpPr>
          <p:nvPr/>
        </p:nvCxnSpPr>
        <p:spPr>
          <a:xfrm>
            <a:off x="2005385" y="1535915"/>
            <a:ext cx="1912336" cy="66358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10" idx="2"/>
          </p:cNvCxnSpPr>
          <p:nvPr/>
        </p:nvCxnSpPr>
        <p:spPr>
          <a:xfrm>
            <a:off x="2875064" y="952365"/>
            <a:ext cx="1418863" cy="746907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898073" y="911359"/>
            <a:ext cx="2001518" cy="62455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H="1">
            <a:off x="8361405" y="1725512"/>
            <a:ext cx="1277895" cy="45938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H="1">
            <a:off x="8114271" y="2659219"/>
            <a:ext cx="1591674" cy="30640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H="1" flipV="1">
            <a:off x="7505910" y="3429001"/>
            <a:ext cx="2068593" cy="1990175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H="1" flipV="1">
            <a:off x="8079572" y="3732048"/>
            <a:ext cx="2283628" cy="104205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15189" y="1179735"/>
            <a:ext cx="1546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Swap Cameras</a:t>
            </a:r>
          </a:p>
        </p:txBody>
      </p:sp>
      <p:cxnSp>
        <p:nvCxnSpPr>
          <p:cNvPr id="31" name="Straight Connector 30"/>
          <p:cNvCxnSpPr>
            <a:stCxn id="29" idx="2"/>
          </p:cNvCxnSpPr>
          <p:nvPr/>
        </p:nvCxnSpPr>
        <p:spPr>
          <a:xfrm>
            <a:off x="6388190" y="1549067"/>
            <a:ext cx="431304" cy="191472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37EF920-E315-2431-51A8-37A66F24EE73}"/>
              </a:ext>
            </a:extLst>
          </p:cNvPr>
          <p:cNvSpPr txBox="1"/>
          <p:nvPr/>
        </p:nvSpPr>
        <p:spPr>
          <a:xfrm>
            <a:off x="4297142" y="311688"/>
            <a:ext cx="3597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/>
              <a:t>Driver Controller (0)</a:t>
            </a:r>
          </a:p>
        </p:txBody>
      </p:sp>
    </p:spTree>
    <p:extLst>
      <p:ext uri="{BB962C8B-B14F-4D97-AF65-F5344CB8AC3E}">
        <p14:creationId xmlns:p14="http://schemas.microsoft.com/office/powerpoint/2010/main" val="3060167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9C735-B838-28E1-8711-D22C20418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77BFBC-AA28-BC4C-2376-1F078C043B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700" y="1047750"/>
            <a:ext cx="7086600" cy="4762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35EB94-6656-1633-A316-88987E0D03A8}"/>
              </a:ext>
            </a:extLst>
          </p:cNvPr>
          <p:cNvSpPr txBox="1"/>
          <p:nvPr/>
        </p:nvSpPr>
        <p:spPr>
          <a:xfrm>
            <a:off x="9832769" y="466700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Deposit Balls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E19B0-C8D1-7181-FC1F-EAE7BA8E59DC}"/>
              </a:ext>
            </a:extLst>
          </p:cNvPr>
          <p:cNvSpPr txBox="1"/>
          <p:nvPr/>
        </p:nvSpPr>
        <p:spPr>
          <a:xfrm>
            <a:off x="8971611" y="5330959"/>
            <a:ext cx="13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Collect Balls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D4ADA-7376-B335-2A60-A41E1587CDD7}"/>
              </a:ext>
            </a:extLst>
          </p:cNvPr>
          <p:cNvSpPr txBox="1"/>
          <p:nvPr/>
        </p:nvSpPr>
        <p:spPr>
          <a:xfrm>
            <a:off x="9450864" y="2372413"/>
            <a:ext cx="1515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 Breaks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01881D-10E0-47F9-33F3-9FB57DD3658B}"/>
              </a:ext>
            </a:extLst>
          </p:cNvPr>
          <p:cNvSpPr txBox="1"/>
          <p:nvPr/>
        </p:nvSpPr>
        <p:spPr>
          <a:xfrm>
            <a:off x="9252587" y="1431655"/>
            <a:ext cx="1294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Raise Robot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5EA14-8FEC-1149-6B55-BFD6DB9B38DD}"/>
              </a:ext>
            </a:extLst>
          </p:cNvPr>
          <p:cNvSpPr txBox="1"/>
          <p:nvPr/>
        </p:nvSpPr>
        <p:spPr>
          <a:xfrm>
            <a:off x="8971456" y="583033"/>
            <a:ext cx="2210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Gear Sled Right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0AA894-C198-5A56-38D2-67C734D541E4}"/>
              </a:ext>
            </a:extLst>
          </p:cNvPr>
          <p:cNvSpPr txBox="1"/>
          <p:nvPr/>
        </p:nvSpPr>
        <p:spPr>
          <a:xfrm>
            <a:off x="1832407" y="583033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Gear Sled Left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5B73C8-A2C3-09DA-E8FD-B91B6E80DB6F}"/>
              </a:ext>
            </a:extLst>
          </p:cNvPr>
          <p:cNvSpPr txBox="1"/>
          <p:nvPr/>
        </p:nvSpPr>
        <p:spPr>
          <a:xfrm>
            <a:off x="1316574" y="1166583"/>
            <a:ext cx="137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Lower Robot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0BD7A5-B7FB-F7E3-A1E8-51184AF9F5D5}"/>
              </a:ext>
            </a:extLst>
          </p:cNvPr>
          <p:cNvSpPr txBox="1"/>
          <p:nvPr/>
        </p:nvSpPr>
        <p:spPr>
          <a:xfrm>
            <a:off x="1084135" y="3218470"/>
            <a:ext cx="116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Drive Back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7AF8FE-E939-1424-E2C0-1DC8A0DB086E}"/>
              </a:ext>
            </a:extLst>
          </p:cNvPr>
          <p:cNvSpPr txBox="1"/>
          <p:nvPr/>
        </p:nvSpPr>
        <p:spPr>
          <a:xfrm>
            <a:off x="5255630" y="5715270"/>
            <a:ext cx="1017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Turn Left</a:t>
            </a:r>
          </a:p>
        </p:txBody>
      </p:sp>
      <p:sp>
        <p:nvSpPr>
          <p:cNvPr id="15" name="Quad Arrow 14">
            <a:extLst>
              <a:ext uri="{FF2B5EF4-FFF2-40B4-BE49-F238E27FC236}">
                <a16:creationId xmlns:a16="http://schemas.microsoft.com/office/drawing/2014/main" id="{5116B748-CA51-10C0-B365-0D935F6A691A}"/>
              </a:ext>
            </a:extLst>
          </p:cNvPr>
          <p:cNvSpPr/>
          <p:nvPr/>
        </p:nvSpPr>
        <p:spPr>
          <a:xfrm>
            <a:off x="1215204" y="2315945"/>
            <a:ext cx="906132" cy="902525"/>
          </a:xfrm>
          <a:prstGeom prst="quad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Quad Arrow 15">
            <a:extLst>
              <a:ext uri="{FF2B5EF4-FFF2-40B4-BE49-F238E27FC236}">
                <a16:creationId xmlns:a16="http://schemas.microsoft.com/office/drawing/2014/main" id="{E786D0FF-73D5-E4F3-3298-FC8E666A1662}"/>
              </a:ext>
            </a:extLst>
          </p:cNvPr>
          <p:cNvSpPr/>
          <p:nvPr/>
        </p:nvSpPr>
        <p:spPr>
          <a:xfrm>
            <a:off x="6330046" y="5256646"/>
            <a:ext cx="1318161" cy="1297978"/>
          </a:xfrm>
          <a:prstGeom prst="quad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2E0902-F095-B610-DFA7-C5E4252428E6}"/>
              </a:ext>
            </a:extLst>
          </p:cNvPr>
          <p:cNvSpPr txBox="1"/>
          <p:nvPr/>
        </p:nvSpPr>
        <p:spPr>
          <a:xfrm>
            <a:off x="984092" y="1913555"/>
            <a:ext cx="1508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Drive Forward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7F8261-80AF-4FE4-4594-AC710DFD299C}"/>
              </a:ext>
            </a:extLst>
          </p:cNvPr>
          <p:cNvSpPr txBox="1"/>
          <p:nvPr/>
        </p:nvSpPr>
        <p:spPr>
          <a:xfrm>
            <a:off x="71429" y="2532493"/>
            <a:ext cx="1143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Strafe Left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7E5276-C2C6-CD10-1E52-059AD6705FE7}"/>
              </a:ext>
            </a:extLst>
          </p:cNvPr>
          <p:cNvSpPr txBox="1"/>
          <p:nvPr/>
        </p:nvSpPr>
        <p:spPr>
          <a:xfrm>
            <a:off x="2088717" y="2526218"/>
            <a:ext cx="1268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Strafe Right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0FEA4B-AAAD-FDB1-3CC2-F95C1C4BE1F2}"/>
              </a:ext>
            </a:extLst>
          </p:cNvPr>
          <p:cNvSpPr txBox="1"/>
          <p:nvPr/>
        </p:nvSpPr>
        <p:spPr>
          <a:xfrm>
            <a:off x="7704716" y="5720969"/>
            <a:ext cx="1142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Turn Right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9F9441D-1253-E8A3-2503-A8F74801ACFB}"/>
              </a:ext>
            </a:extLst>
          </p:cNvPr>
          <p:cNvCxnSpPr>
            <a:stCxn id="11" idx="2"/>
          </p:cNvCxnSpPr>
          <p:nvPr/>
        </p:nvCxnSpPr>
        <p:spPr>
          <a:xfrm>
            <a:off x="2005385" y="1535915"/>
            <a:ext cx="1912336" cy="66358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529D2B7-DFDB-6FEF-6F0E-08B7B776CB71}"/>
              </a:ext>
            </a:extLst>
          </p:cNvPr>
          <p:cNvCxnSpPr>
            <a:stCxn id="10" idx="2"/>
          </p:cNvCxnSpPr>
          <p:nvPr/>
        </p:nvCxnSpPr>
        <p:spPr>
          <a:xfrm>
            <a:off x="2875064" y="952365"/>
            <a:ext cx="1418863" cy="746907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A077BA-2D85-4C61-E14B-BAB31AB90023}"/>
              </a:ext>
            </a:extLst>
          </p:cNvPr>
          <p:cNvCxnSpPr/>
          <p:nvPr/>
        </p:nvCxnSpPr>
        <p:spPr>
          <a:xfrm flipH="1">
            <a:off x="7898073" y="911359"/>
            <a:ext cx="2001518" cy="62455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F2ACBCF-AEBD-BF44-6EA0-03D025D2647E}"/>
              </a:ext>
            </a:extLst>
          </p:cNvPr>
          <p:cNvCxnSpPr/>
          <p:nvPr/>
        </p:nvCxnSpPr>
        <p:spPr>
          <a:xfrm flipH="1">
            <a:off x="8361405" y="1725512"/>
            <a:ext cx="1277895" cy="45938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0641B27-9524-F185-800F-9F0DB3C7C363}"/>
              </a:ext>
            </a:extLst>
          </p:cNvPr>
          <p:cNvCxnSpPr/>
          <p:nvPr/>
        </p:nvCxnSpPr>
        <p:spPr>
          <a:xfrm flipH="1">
            <a:off x="8114271" y="2659219"/>
            <a:ext cx="1591674" cy="30640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A98600-BE7F-8755-A3D2-FBF4967CF582}"/>
              </a:ext>
            </a:extLst>
          </p:cNvPr>
          <p:cNvCxnSpPr/>
          <p:nvPr/>
        </p:nvCxnSpPr>
        <p:spPr>
          <a:xfrm flipH="1" flipV="1">
            <a:off x="7505910" y="3429001"/>
            <a:ext cx="2068593" cy="1990175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7655430-2484-B0B8-008C-54C19049A356}"/>
              </a:ext>
            </a:extLst>
          </p:cNvPr>
          <p:cNvCxnSpPr/>
          <p:nvPr/>
        </p:nvCxnSpPr>
        <p:spPr>
          <a:xfrm flipH="1" flipV="1">
            <a:off x="8079572" y="3732048"/>
            <a:ext cx="2283628" cy="104205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62BDE85-0933-2673-01ED-55FB1319A8DE}"/>
              </a:ext>
            </a:extLst>
          </p:cNvPr>
          <p:cNvSpPr txBox="1"/>
          <p:nvPr/>
        </p:nvSpPr>
        <p:spPr>
          <a:xfrm>
            <a:off x="5615189" y="1179735"/>
            <a:ext cx="1546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Swap Cameras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2AE67F8-50D0-643F-E806-FCF299CF5901}"/>
              </a:ext>
            </a:extLst>
          </p:cNvPr>
          <p:cNvCxnSpPr>
            <a:stCxn id="29" idx="2"/>
          </p:cNvCxnSpPr>
          <p:nvPr/>
        </p:nvCxnSpPr>
        <p:spPr>
          <a:xfrm>
            <a:off x="6388190" y="1549067"/>
            <a:ext cx="431304" cy="191472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DE5D889-EF56-72D4-D6F7-ECB36085F532}"/>
              </a:ext>
            </a:extLst>
          </p:cNvPr>
          <p:cNvSpPr txBox="1"/>
          <p:nvPr/>
        </p:nvSpPr>
        <p:spPr>
          <a:xfrm>
            <a:off x="4048805" y="311688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</a:rPr>
              <a:t>Operator Controller (1)</a:t>
            </a:r>
          </a:p>
        </p:txBody>
      </p:sp>
    </p:spTree>
    <p:extLst>
      <p:ext uri="{BB962C8B-B14F-4D97-AF65-F5344CB8AC3E}">
        <p14:creationId xmlns:p14="http://schemas.microsoft.com/office/powerpoint/2010/main" val="1885096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74</Words>
  <Application>Microsoft Office PowerPoint</Application>
  <PresentationFormat>Widescreen</PresentationFormat>
  <Paragraphs>30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Will Edds</dc:creator>
  <cp:lastModifiedBy>Will Edds</cp:lastModifiedBy>
  <cp:revision>5</cp:revision>
  <dcterms:created xsi:type="dcterms:W3CDTF">2017-02-22T03:58:18Z</dcterms:created>
  <dcterms:modified xsi:type="dcterms:W3CDTF">2026-02-28T20:52:56Z</dcterms:modified>
</cp:coreProperties>
</file>