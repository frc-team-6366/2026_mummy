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237E229-4A52-4112-9655-7412762B9BA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B19CBB2-457F-409F-AE3D-7A70622D893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51DEFF7-7B3F-4DB6-AC66-579C753C8BA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ACE77CF-7EED-4016-9510-DF26F03AB8E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8FB202D-809E-45AC-8036-C85BFC13DE7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1CF80F6-811C-4A55-8CF7-FD3923D1952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88E4CB0-97FA-42AA-8A63-9EC3D6B6987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53A549E-AED2-4A95-82EC-6C4CFD3C329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DD6EC36-7C5A-46B5-B44E-0A825A59986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664DC7C-4ACA-4F05-B0DD-D4940E0732F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7D43643-CC31-4369-B467-85B7C0CDF28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B15552-76C6-4891-ABC6-F5C1E950E62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E8D116B-9954-47CC-A8DB-FD0F211DFCA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2126CA8-2F94-44F7-BE53-31ACB5DC0A6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73B9BB-8FCE-4B77-8BFD-AC15D2438B5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88DFD8A-7686-45FB-9FE0-8EA5BE1E340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D6EAD62-C170-43C9-8B31-91116693C35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4D4F02B-9F9C-4B35-8C8C-450D7191B83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BD6CB3A-A7F3-4A92-89E5-7C7AAE10A50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6E159A-7C30-4874-A352-78A8AF40E95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D9AAE48-58F5-4961-B03B-2164C6CDEE5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33049AD-1DBA-4CD4-A9C5-48E39D1E403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3" descr=""/>
          <p:cNvPicPr/>
          <p:nvPr/>
        </p:nvPicPr>
        <p:blipFill>
          <a:blip r:embed="rId1"/>
          <a:stretch/>
        </p:blipFill>
        <p:spPr>
          <a:xfrm>
            <a:off x="2552760" y="1047600"/>
            <a:ext cx="7085880" cy="4761720"/>
          </a:xfrm>
          <a:prstGeom prst="rect">
            <a:avLst/>
          </a:prstGeom>
          <a:ln w="0">
            <a:noFill/>
          </a:ln>
        </p:spPr>
      </p:pic>
      <p:sp>
        <p:nvSpPr>
          <p:cNvPr id="50" name="TextBox 4"/>
          <p:cNvSpPr/>
          <p:nvPr/>
        </p:nvSpPr>
        <p:spPr>
          <a:xfrm>
            <a:off x="9693720" y="4667040"/>
            <a:ext cx="1671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Disable Robot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Turning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Box 5"/>
          <p:cNvSpPr/>
          <p:nvPr/>
        </p:nvSpPr>
        <p:spPr>
          <a:xfrm>
            <a:off x="9228240" y="5330880"/>
            <a:ext cx="797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Brake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Box 6"/>
          <p:cNvSpPr/>
          <p:nvPr/>
        </p:nvSpPr>
        <p:spPr>
          <a:xfrm>
            <a:off x="9352440" y="2372400"/>
            <a:ext cx="1711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Deploy Breaks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Box 7"/>
          <p:cNvSpPr/>
          <p:nvPr/>
        </p:nvSpPr>
        <p:spPr>
          <a:xfrm>
            <a:off x="9175680" y="1431720"/>
            <a:ext cx="1447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Raise Robot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Box 8"/>
          <p:cNvSpPr/>
          <p:nvPr/>
        </p:nvSpPr>
        <p:spPr>
          <a:xfrm>
            <a:off x="8836200" y="583200"/>
            <a:ext cx="2480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Move Gear Sled Right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Box 9"/>
          <p:cNvSpPr/>
          <p:nvPr/>
        </p:nvSpPr>
        <p:spPr>
          <a:xfrm>
            <a:off x="1712160" y="583200"/>
            <a:ext cx="2325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Move Gear Sled Left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1236600" y="1166760"/>
            <a:ext cx="1537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Lower Robot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Box 12"/>
          <p:cNvSpPr/>
          <p:nvPr/>
        </p:nvSpPr>
        <p:spPr>
          <a:xfrm>
            <a:off x="1011960" y="3218400"/>
            <a:ext cx="1311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Drive Back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Box 13"/>
          <p:cNvSpPr/>
          <p:nvPr/>
        </p:nvSpPr>
        <p:spPr>
          <a:xfrm>
            <a:off x="5194080" y="5715360"/>
            <a:ext cx="1141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Turn Left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Quad Arrow 14"/>
          <p:cNvSpPr/>
          <p:nvPr/>
        </p:nvSpPr>
        <p:spPr>
          <a:xfrm>
            <a:off x="1215360" y="2315880"/>
            <a:ext cx="905400" cy="901800"/>
          </a:xfrm>
          <a:prstGeom prst="quadArrow">
            <a:avLst>
              <a:gd name="adj1" fmla="val 22500"/>
              <a:gd name="adj2" fmla="val 22500"/>
              <a:gd name="adj3" fmla="val 22500"/>
            </a:avLst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" name="Quad Arrow 15"/>
          <p:cNvSpPr/>
          <p:nvPr/>
        </p:nvSpPr>
        <p:spPr>
          <a:xfrm>
            <a:off x="6329880" y="5256720"/>
            <a:ext cx="1317600" cy="1297080"/>
          </a:xfrm>
          <a:prstGeom prst="quadArrow">
            <a:avLst>
              <a:gd name="adj1" fmla="val 22500"/>
              <a:gd name="adj2" fmla="val 22500"/>
              <a:gd name="adj3" fmla="val 22500"/>
            </a:avLst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" name="TextBox 16"/>
          <p:cNvSpPr/>
          <p:nvPr/>
        </p:nvSpPr>
        <p:spPr>
          <a:xfrm>
            <a:off x="891720" y="1913400"/>
            <a:ext cx="1693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Drive Forward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Box 17"/>
          <p:cNvSpPr/>
          <p:nvPr/>
        </p:nvSpPr>
        <p:spPr>
          <a:xfrm>
            <a:off x="2160" y="2532600"/>
            <a:ext cx="1281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Strafe Left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Box 18"/>
          <p:cNvSpPr/>
          <p:nvPr/>
        </p:nvSpPr>
        <p:spPr>
          <a:xfrm>
            <a:off x="2004480" y="2526120"/>
            <a:ext cx="1437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Strafe Right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Box 19"/>
          <p:cNvSpPr/>
          <p:nvPr/>
        </p:nvSpPr>
        <p:spPr>
          <a:xfrm>
            <a:off x="7627680" y="5721120"/>
            <a:ext cx="129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Turn Right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5" name="Straight Connector 2"/>
          <p:cNvCxnSpPr>
            <a:stCxn id="56" idx="2"/>
          </p:cNvCxnSpPr>
          <p:nvPr/>
        </p:nvCxnSpPr>
        <p:spPr>
          <a:xfrm>
            <a:off x="2005200" y="1530720"/>
            <a:ext cx="1913040" cy="66924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66" name="Straight Connector 21"/>
          <p:cNvCxnSpPr>
            <a:stCxn id="55" idx="2"/>
          </p:cNvCxnSpPr>
          <p:nvPr/>
        </p:nvCxnSpPr>
        <p:spPr>
          <a:xfrm>
            <a:off x="2874960" y="947160"/>
            <a:ext cx="1419480" cy="75276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67" name="Straight Connector 25"/>
          <p:cNvCxnSpPr/>
          <p:nvPr/>
        </p:nvCxnSpPr>
        <p:spPr>
          <a:xfrm flipH="1">
            <a:off x="7898040" y="911160"/>
            <a:ext cx="2001960" cy="62532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68" name="Straight Connector 27"/>
          <p:cNvCxnSpPr/>
          <p:nvPr/>
        </p:nvCxnSpPr>
        <p:spPr>
          <a:xfrm flipH="1">
            <a:off x="8361360" y="1725480"/>
            <a:ext cx="1278360" cy="46008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69" name="Straight Connector 29"/>
          <p:cNvCxnSpPr/>
          <p:nvPr/>
        </p:nvCxnSpPr>
        <p:spPr>
          <a:xfrm flipH="1">
            <a:off x="8114040" y="2658960"/>
            <a:ext cx="1592280" cy="30708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70" name="Straight Connector 31"/>
          <p:cNvCxnSpPr/>
          <p:nvPr/>
        </p:nvCxnSpPr>
        <p:spPr>
          <a:xfrm flipH="1" flipV="1">
            <a:off x="7505640" y="3429000"/>
            <a:ext cx="2069280" cy="199080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71" name="Straight Connector 33"/>
          <p:cNvCxnSpPr/>
          <p:nvPr/>
        </p:nvCxnSpPr>
        <p:spPr>
          <a:xfrm flipH="1" flipV="1">
            <a:off x="8079480" y="3731760"/>
            <a:ext cx="2284200" cy="104292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sp>
        <p:nvSpPr>
          <p:cNvPr id="72" name="TextBox 28"/>
          <p:cNvSpPr/>
          <p:nvPr/>
        </p:nvSpPr>
        <p:spPr>
          <a:xfrm>
            <a:off x="5510520" y="1179720"/>
            <a:ext cx="1755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Swap Cameras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3" name="Straight Connector 30"/>
          <p:cNvCxnSpPr>
            <a:stCxn id="72" idx="2"/>
          </p:cNvCxnSpPr>
          <p:nvPr/>
        </p:nvCxnSpPr>
        <p:spPr>
          <a:xfrm>
            <a:off x="6388200" y="1543680"/>
            <a:ext cx="432000" cy="192060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sp>
        <p:nvSpPr>
          <p:cNvPr id="74" name="TextBox 1"/>
          <p:cNvSpPr/>
          <p:nvPr/>
        </p:nvSpPr>
        <p:spPr>
          <a:xfrm>
            <a:off x="3984840" y="311760"/>
            <a:ext cx="42228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3200" spc="-1" strike="noStrike">
                <a:solidFill>
                  <a:schemeClr val="dk1"/>
                </a:solidFill>
                <a:latin typeface="Calibri"/>
              </a:rPr>
              <a:t>Driver Controller (0)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9829800" y="2971800"/>
            <a:ext cx="204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Reset Robot Gyro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to 0 degrees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6" name="Straight Connector 1"/>
          <p:cNvCxnSpPr>
            <a:stCxn id="75" idx="1"/>
          </p:cNvCxnSpPr>
          <p:nvPr/>
        </p:nvCxnSpPr>
        <p:spPr>
          <a:xfrm flipH="1">
            <a:off x="8695080" y="3290760"/>
            <a:ext cx="1135080" cy="13860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3" descr=""/>
          <p:cNvPicPr/>
          <p:nvPr/>
        </p:nvPicPr>
        <p:blipFill>
          <a:blip r:embed="rId1"/>
          <a:stretch/>
        </p:blipFill>
        <p:spPr>
          <a:xfrm>
            <a:off x="2552760" y="1047600"/>
            <a:ext cx="7085880" cy="4761720"/>
          </a:xfrm>
          <a:prstGeom prst="rect">
            <a:avLst/>
          </a:prstGeom>
          <a:ln w="0">
            <a:noFill/>
          </a:ln>
        </p:spPr>
      </p:pic>
      <p:sp>
        <p:nvSpPr>
          <p:cNvPr id="78" name="TextBox 4"/>
          <p:cNvSpPr/>
          <p:nvPr/>
        </p:nvSpPr>
        <p:spPr>
          <a:xfrm>
            <a:off x="10235880" y="4667040"/>
            <a:ext cx="583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N/A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5"/>
          <p:cNvSpPr/>
          <p:nvPr/>
        </p:nvSpPr>
        <p:spPr>
          <a:xfrm>
            <a:off x="9334800" y="5330880"/>
            <a:ext cx="583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N/A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Box 6"/>
          <p:cNvSpPr/>
          <p:nvPr/>
        </p:nvSpPr>
        <p:spPr>
          <a:xfrm>
            <a:off x="9958320" y="3367800"/>
            <a:ext cx="1458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Stop All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Subsystems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Box 7"/>
          <p:cNvSpPr/>
          <p:nvPr/>
        </p:nvSpPr>
        <p:spPr>
          <a:xfrm>
            <a:off x="9607680" y="1431720"/>
            <a:ext cx="583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N/A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Box 8"/>
          <p:cNvSpPr/>
          <p:nvPr/>
        </p:nvSpPr>
        <p:spPr>
          <a:xfrm>
            <a:off x="9784800" y="583200"/>
            <a:ext cx="583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N/A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9"/>
          <p:cNvSpPr/>
          <p:nvPr/>
        </p:nvSpPr>
        <p:spPr>
          <a:xfrm>
            <a:off x="2583360" y="583200"/>
            <a:ext cx="583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N/A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Box 10"/>
          <p:cNvSpPr/>
          <p:nvPr/>
        </p:nvSpPr>
        <p:spPr>
          <a:xfrm>
            <a:off x="1713600" y="1166760"/>
            <a:ext cx="583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N/A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12"/>
          <p:cNvSpPr/>
          <p:nvPr/>
        </p:nvSpPr>
        <p:spPr>
          <a:xfrm>
            <a:off x="1376280" y="3218400"/>
            <a:ext cx="583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N/A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Box 13"/>
          <p:cNvSpPr/>
          <p:nvPr/>
        </p:nvSpPr>
        <p:spPr>
          <a:xfrm>
            <a:off x="5473080" y="5715360"/>
            <a:ext cx="583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N/A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Quad Arrow 14"/>
          <p:cNvSpPr/>
          <p:nvPr/>
        </p:nvSpPr>
        <p:spPr>
          <a:xfrm>
            <a:off x="1215360" y="2315880"/>
            <a:ext cx="905400" cy="901800"/>
          </a:xfrm>
          <a:prstGeom prst="quadArrow">
            <a:avLst>
              <a:gd name="adj1" fmla="val 22500"/>
              <a:gd name="adj2" fmla="val 22500"/>
              <a:gd name="adj3" fmla="val 22500"/>
            </a:avLst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Quad Arrow 15"/>
          <p:cNvSpPr/>
          <p:nvPr/>
        </p:nvSpPr>
        <p:spPr>
          <a:xfrm>
            <a:off x="6329880" y="5256720"/>
            <a:ext cx="1317600" cy="1297080"/>
          </a:xfrm>
          <a:prstGeom prst="quadArrow">
            <a:avLst>
              <a:gd name="adj1" fmla="val 22500"/>
              <a:gd name="adj2" fmla="val 22500"/>
              <a:gd name="adj3" fmla="val 22500"/>
            </a:avLst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TextBox 16"/>
          <p:cNvSpPr/>
          <p:nvPr/>
        </p:nvSpPr>
        <p:spPr>
          <a:xfrm>
            <a:off x="1446480" y="1913400"/>
            <a:ext cx="583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N/A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17"/>
          <p:cNvSpPr/>
          <p:nvPr/>
        </p:nvSpPr>
        <p:spPr>
          <a:xfrm>
            <a:off x="351360" y="2532600"/>
            <a:ext cx="5835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N/A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18"/>
          <p:cNvSpPr/>
          <p:nvPr/>
        </p:nvSpPr>
        <p:spPr>
          <a:xfrm>
            <a:off x="2431440" y="2526120"/>
            <a:ext cx="583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N/A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Box 19"/>
          <p:cNvSpPr/>
          <p:nvPr/>
        </p:nvSpPr>
        <p:spPr>
          <a:xfrm>
            <a:off x="7984440" y="5721120"/>
            <a:ext cx="583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N/A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3" name="Straight Connector 2"/>
          <p:cNvCxnSpPr>
            <a:stCxn id="84" idx="2"/>
          </p:cNvCxnSpPr>
          <p:nvPr/>
        </p:nvCxnSpPr>
        <p:spPr>
          <a:xfrm>
            <a:off x="2005200" y="1530720"/>
            <a:ext cx="1913040" cy="66924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94" name="Straight Connector 21"/>
          <p:cNvCxnSpPr>
            <a:stCxn id="83" idx="2"/>
          </p:cNvCxnSpPr>
          <p:nvPr/>
        </p:nvCxnSpPr>
        <p:spPr>
          <a:xfrm>
            <a:off x="2874960" y="947160"/>
            <a:ext cx="1419480" cy="75276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95" name="Straight Connector 25"/>
          <p:cNvCxnSpPr/>
          <p:nvPr/>
        </p:nvCxnSpPr>
        <p:spPr>
          <a:xfrm flipH="1">
            <a:off x="7898040" y="911160"/>
            <a:ext cx="2001960" cy="62532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96" name="Straight Connector 27"/>
          <p:cNvCxnSpPr/>
          <p:nvPr/>
        </p:nvCxnSpPr>
        <p:spPr>
          <a:xfrm flipH="1">
            <a:off x="8361360" y="1725480"/>
            <a:ext cx="1278360" cy="46008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97" name="Straight Connector 29"/>
          <p:cNvCxnSpPr/>
          <p:nvPr/>
        </p:nvCxnSpPr>
        <p:spPr>
          <a:xfrm flipH="1">
            <a:off x="8114040" y="2658960"/>
            <a:ext cx="1592280" cy="30708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98" name="Straight Connector 31"/>
          <p:cNvCxnSpPr/>
          <p:nvPr/>
        </p:nvCxnSpPr>
        <p:spPr>
          <a:xfrm flipH="1" flipV="1">
            <a:off x="7505640" y="3429000"/>
            <a:ext cx="2069280" cy="199080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99" name="Straight Connector 33"/>
          <p:cNvCxnSpPr/>
          <p:nvPr/>
        </p:nvCxnSpPr>
        <p:spPr>
          <a:xfrm flipH="1" flipV="1">
            <a:off x="8079480" y="3731760"/>
            <a:ext cx="2284200" cy="104292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sp>
        <p:nvSpPr>
          <p:cNvPr id="100" name="TextBox 28"/>
          <p:cNvSpPr/>
          <p:nvPr/>
        </p:nvSpPr>
        <p:spPr>
          <a:xfrm>
            <a:off x="6096600" y="1179720"/>
            <a:ext cx="583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N/A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1" name="Straight Connector 30"/>
          <p:cNvCxnSpPr>
            <a:stCxn id="100" idx="2"/>
          </p:cNvCxnSpPr>
          <p:nvPr/>
        </p:nvCxnSpPr>
        <p:spPr>
          <a:xfrm>
            <a:off x="6388200" y="1543680"/>
            <a:ext cx="432000" cy="192060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sp>
        <p:nvSpPr>
          <p:cNvPr id="102" name="TextBox 1"/>
          <p:cNvSpPr/>
          <p:nvPr/>
        </p:nvSpPr>
        <p:spPr>
          <a:xfrm>
            <a:off x="3688920" y="311760"/>
            <a:ext cx="48142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00b050"/>
                </a:solidFill>
                <a:latin typeface="Calibri"/>
              </a:rPr>
              <a:t>Operator Controller (1)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Quad Arrow 1"/>
          <p:cNvSpPr/>
          <p:nvPr/>
        </p:nvSpPr>
        <p:spPr>
          <a:xfrm>
            <a:off x="1654200" y="5257800"/>
            <a:ext cx="1317600" cy="1297080"/>
          </a:xfrm>
          <a:prstGeom prst="quadArrow">
            <a:avLst>
              <a:gd name="adj1" fmla="val 22500"/>
              <a:gd name="adj2" fmla="val 22500"/>
              <a:gd name="adj3" fmla="val 22500"/>
            </a:avLst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" name="TextBox 3"/>
          <p:cNvSpPr/>
          <p:nvPr/>
        </p:nvSpPr>
        <p:spPr>
          <a:xfrm>
            <a:off x="457200" y="5533920"/>
            <a:ext cx="1176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Shoot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Position1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11"/>
          <p:cNvSpPr/>
          <p:nvPr/>
        </p:nvSpPr>
        <p:spPr>
          <a:xfrm>
            <a:off x="1795320" y="4619520"/>
            <a:ext cx="1176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Shoot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Position2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14"/>
          <p:cNvSpPr/>
          <p:nvPr/>
        </p:nvSpPr>
        <p:spPr>
          <a:xfrm>
            <a:off x="3166920" y="5533920"/>
            <a:ext cx="1176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Shoot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Position3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7" name="Straight Connector 3"/>
          <p:cNvCxnSpPr>
            <a:stCxn id="103" idx="-1"/>
          </p:cNvCxnSpPr>
          <p:nvPr/>
        </p:nvCxnSpPr>
        <p:spPr>
          <a:xfrm flipV="1">
            <a:off x="2971800" y="4941720"/>
            <a:ext cx="2054880" cy="96480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  <p:cxnSp>
        <p:nvCxnSpPr>
          <p:cNvPr id="108" name="Straight Connector 4"/>
          <p:cNvCxnSpPr>
            <a:stCxn id="80" idx="1"/>
          </p:cNvCxnSpPr>
          <p:nvPr/>
        </p:nvCxnSpPr>
        <p:spPr>
          <a:xfrm flipH="1" flipV="1">
            <a:off x="8695080" y="3278520"/>
            <a:ext cx="1263600" cy="408600"/>
          </a:xfrm>
          <a:prstGeom prst="straightConnector1">
            <a:avLst/>
          </a:prstGeom>
          <a:ln w="28575">
            <a:solidFill>
              <a:srgbClr val="5b9bd5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</TotalTime>
  <Application>LibreOffice/24.2.7.2$Linux_X86_64 LibreOffice_project/420$Build-2</Application>
  <AppVersion>15.0000</AppVersion>
  <Words>74</Words>
  <Paragraphs>30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2017-02-22T03:58:18Z</dcterms:created>
  <dc:creator>Will Edds</dc:creator>
  <dc:description/>
  <dc:language>en-US</dc:language>
  <cp:lastModifiedBy/>
  <dcterms:modified xsi:type="dcterms:W3CDTF">2026-03-01T19:09:40Z</dcterms:modified>
  <cp:revision>7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2</vt:i4>
  </property>
</Properties>
</file>